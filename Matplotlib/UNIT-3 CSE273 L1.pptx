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57" r:id="rId7"/>
    <p:sldId id="265" r:id="rId8"/>
    <p:sldId id="266" r:id="rId9"/>
    <p:sldId id="267" r:id="rId10"/>
    <p:sldId id="258" r:id="rId11"/>
    <p:sldId id="268" r:id="rId12"/>
    <p:sldId id="269" r:id="rId13"/>
    <p:sldId id="270" r:id="rId14"/>
    <p:sldId id="271" r:id="rId15"/>
    <p:sldId id="272" r:id="rId16"/>
    <p:sldId id="273" r:id="rId17"/>
    <p:sldId id="260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</a:rPr>
              <a:t>Types of Data in EDA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E860-22C6-E1E6-9AA3-B177344B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39CE7-E9C2-E0F7-A036-0B792E47C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the process of examining and understanding a dataset before applying any machine learning or statistical model.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discover patterns, detect errors, check assumptions, and understand relationships between variables.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82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98A2-D887-E269-8501-2A740F3E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EDA is Important: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744D-7F70-775C-BCAA-B8CE02097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helps to: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missing values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outliers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patterns and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relationships between variables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useful features for ML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EDA → wrong conclusions and poor model 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5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D7F6-406E-496D-AB76-AD9FED73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EDA: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C239-E1DE-8033-A97E-C0E270581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variable at a time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Histogram, Box plot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variables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Scatter plot, Correlation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than two variables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32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D45F-B04E-04D4-F3E1-790D23FF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D2E1-27E2-B5CE-CACA-9C7A4C28B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 a dataset can be broadly classified into: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Numerical Data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Categorical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 types is important for: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correct plots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ML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EDA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70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/>
              </a:rPr>
              <a:t>Numerical Data</a:t>
            </a:r>
            <a:r>
              <a:rPr lang="en-IN" b="1" dirty="0">
                <a:latin typeface="Times New Roman"/>
              </a:rPr>
              <a:t>:</a:t>
            </a:r>
            <a:endParaRPr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Numerical data contains numbers.</a:t>
            </a:r>
          </a:p>
          <a:p>
            <a:r>
              <a:rPr dirty="0">
                <a:latin typeface="Times New Roman"/>
              </a:rPr>
              <a:t>Examples: Age, Salary, Height</a:t>
            </a:r>
          </a:p>
          <a:p>
            <a:pPr marL="0" indent="0">
              <a:buNone/>
            </a:pPr>
            <a:r>
              <a:rPr b="1" dirty="0">
                <a:latin typeface="Times New Roman"/>
              </a:rPr>
              <a:t>Types: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1. Discrete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2. Continuous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7DD1-0290-7319-29E2-6C137624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Data: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0B795-6E01-482D-05AF-7DE014FF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data = countable values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integers.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students = 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cars = 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calls = 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in class: 20, 25, 30, 35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F27035-8014-75EB-4AF6-D7D9B85B4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965" y="3205845"/>
            <a:ext cx="3591426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7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5B54-5A89-524B-D69B-697FAFA5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9D9E-55DA-6010-6096-EB95EF561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= measurable values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 decimals.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= 170.5 cm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= 65.2 kg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= 36.7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Heights: 165.5, 170.2, 180.3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4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F70D-7D96-6974-8F27-D07A42A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Difference: Discrete vs Continuous: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03B005-E97F-599F-ABEA-61B2F9818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928411"/>
              </p:ext>
            </p:extLst>
          </p:nvPr>
        </p:nvGraphicFramePr>
        <p:xfrm>
          <a:off x="838200" y="2515796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056777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671123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5706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89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438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165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061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106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/>
              </a:rPr>
              <a:t>Categorical Data</a:t>
            </a:r>
            <a:r>
              <a:rPr lang="en-IN" b="1" dirty="0">
                <a:latin typeface="Times New Roman"/>
              </a:rPr>
              <a:t>:</a:t>
            </a:r>
            <a:endParaRPr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/>
              </a:rPr>
              <a:t>Categorical data represents labels.</a:t>
            </a:r>
          </a:p>
          <a:p>
            <a:pPr marL="0" indent="0">
              <a:buNone/>
            </a:pPr>
            <a:r>
              <a:rPr b="1" dirty="0">
                <a:latin typeface="Times New Roman"/>
              </a:rPr>
              <a:t>Types: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1. Nominal (no order)</a:t>
            </a:r>
          </a:p>
          <a:p>
            <a:pPr marL="0" indent="0">
              <a:buNone/>
            </a:pPr>
            <a:r>
              <a:rPr dirty="0">
                <a:latin typeface="Times New Roman"/>
              </a:rPr>
              <a:t>2. Ordinal (ordered)</a:t>
            </a:r>
          </a:p>
          <a:p>
            <a:r>
              <a:rPr dirty="0">
                <a:latin typeface="Times New Roman"/>
              </a:rPr>
              <a:t>Examples: Gender, Grade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ABFD-15BA-1505-8316-F0DE8176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Data: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7201C-C4D0-F448-5AB6-8810F79E9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= no order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(Male/Female)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(Delhi, Mumbai)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(Red, Blue)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cannot rank them.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617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91B2B-E9DD-B2CF-9C8A-5A98EA005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074" y="2123893"/>
            <a:ext cx="6954220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5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5384-C55B-6B42-8208-93A75757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 Data: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6F1E5-8E1C-D847-BE8F-1D0FB88D7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 = ordered categories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Grade: A, B, 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Satisfaction: Low, Medium, High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UG, PG, PhD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matters.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62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4DA5-E186-6DAB-21DE-0EDD6C19A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Ordinal to Numbers: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5430-6A3F-D18A-096A-0A03ADC2D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needs numbers.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C1973-8FDF-B08E-0BC2-B124F0D0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364" y="2624025"/>
            <a:ext cx="5525271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92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C917-DE43-775F-0A24-7D72097C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Data Types in Pandas: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113B4-56F8-744F-4E91-4B2ED4DC6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5471" y="2252428"/>
            <a:ext cx="4001058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FCAF-352A-4A6C-428D-B7CFEEEC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Numerical Columns: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D1B40-7861-586A-BC70-97877B53F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4494" y="2354503"/>
            <a:ext cx="7783011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3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Data Types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EE64B-EA34-CCB7-E15A-DCB65DDE7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1799998"/>
            <a:ext cx="6735115" cy="16290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CF7-ADB9-D7E8-3C7C-37B6191A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685967"/>
            <a:ext cx="10872537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 (Categorical Data):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DA65-7DE3-11D6-7D21-D43B4BFDA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646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count occurrences of categories: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DE01C-7663-2AA3-DD51-C3931B79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129" y="3483105"/>
            <a:ext cx="3705742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7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421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UNIT-3</vt:lpstr>
      <vt:lpstr>Exploratory Data Analysis (EDA):</vt:lpstr>
      <vt:lpstr>Why EDA is Important:</vt:lpstr>
      <vt:lpstr>Types of EDA:</vt:lpstr>
      <vt:lpstr>Types of Data:</vt:lpstr>
      <vt:lpstr>Numerical Data:</vt:lpstr>
      <vt:lpstr>Discrete Data:</vt:lpstr>
      <vt:lpstr>Continuous Data:</vt:lpstr>
      <vt:lpstr>Difference: Discrete vs Continuous:</vt:lpstr>
      <vt:lpstr>Categorical Data:</vt:lpstr>
      <vt:lpstr>Nominal Data:</vt:lpstr>
      <vt:lpstr>PowerPoint Presentation</vt:lpstr>
      <vt:lpstr>Ordinal Data:</vt:lpstr>
      <vt:lpstr>Convert Ordinal to Numbers:</vt:lpstr>
      <vt:lpstr>Checking Data Types in Pandas:</vt:lpstr>
      <vt:lpstr>Identify Numerical Columns:</vt:lpstr>
      <vt:lpstr>Checking Data Types:</vt:lpstr>
      <vt:lpstr>Frequency Distribution (Categorical Data):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94</cp:revision>
  <dcterms:created xsi:type="dcterms:W3CDTF">2026-02-03T03:25:19Z</dcterms:created>
  <dcterms:modified xsi:type="dcterms:W3CDTF">2026-02-28T06:29:35Z</dcterms:modified>
</cp:coreProperties>
</file>