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ACD68-BB23-45A4-855E-932F86CDE7A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4D68A-C182-4116-9CBB-20949B26B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1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4D68A-C182-4116-9CBB-20949B26BB4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895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C691-B71C-B16F-740B-C6B046C73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22FCD-5E7D-96D3-71DB-C7E045370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009-43D1-D6AD-119F-A339769A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12803-8D56-E371-B9E1-EC32FBC6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DD64-164B-EA17-6F97-4803C741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7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1A03-6B61-27EE-0C82-6E9C3D65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9076-7A3B-32FA-D8EF-C90333D6E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05F62-30A1-F0B4-13C7-7666FC5B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E27E9-8FAE-20A4-C877-5573E32C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7B3B-939B-F301-F7F0-64D21C95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7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85D3-E979-860C-2F1E-B8E11B91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3B8D-F5BC-BD4D-9243-6F6C76B32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5DD49-B07A-01CE-7F9B-E37EFEB0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AD08-C2E2-3503-83F8-FC0E732B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9EB1E-6E27-5F09-DFC2-2C31020B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01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9FB8-160D-B437-3D56-7C0B26EF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DA7B-1DE9-BD86-B305-F7AE2C17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76D2-CBEF-2C07-AD67-1B229468B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4306-76DC-D7DC-11AE-02027710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909CB-F9CB-8864-D91A-39064BE3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ED193-683D-E43D-0084-92394589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23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E66-3487-9F6E-0265-9E3DD28B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A744D-8F1B-0D69-A086-86CB04F88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24857-DE0D-D8E4-19EC-2A93D6754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A62F6-F08A-21FF-9C8A-959A63415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93D43-6362-4763-21A0-29448A935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A50AD-0F74-3D5A-A54C-C3B11E75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A0773-0C25-C7B5-0A0B-166D76EF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A8785-D608-7935-1F55-D1644A3A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3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52F0-DEFA-0B9A-615C-0C9E7C50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5B510-2B5D-15F3-CBFB-C009829E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A4D2-5E62-8FCC-416C-ECBBD109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7B2DB-6659-DC9E-F97A-9A45B23D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74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9B511-DDCB-FB63-2E90-BCB9D288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9D4CF-595E-AF33-CBDD-8F8F51CD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BD0C4-3AE9-B7C7-E9CF-426F4814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5E5B-C46D-9F50-D314-346905DC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A220-EC5D-3270-C106-1EEF08B0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DDE5B-FCCD-4F7C-36D6-39D2DFC81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48E22-179D-033C-3A2B-9B682911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5E20D-538E-5776-1602-583BDAEE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5A090-A818-C5C2-D712-BFC1681E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4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40FA-75AB-C49C-0F20-03FF8A9D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EB998-334B-8EA3-E13B-167229948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F47D7-F45F-56F7-A1EF-29523CBD9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B9B6F-AD1C-4E20-36CB-3E457637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C834D-4379-EFAE-A7CA-89993618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29619-36FB-44B7-03A4-B71AB2B1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5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5A9C-F4B7-A9BD-1328-E6EC865C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A93B2-7576-03F0-613E-7DC89651E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7A46-8285-ECAC-097E-970291F1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C08FE-BC8A-790E-B4DB-4DE6FB6B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7AC5-8E25-5655-C41A-50E2851A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56BF5-8187-EA56-2DE7-5FBE83285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9AB51-708E-5062-4985-A040FEA19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B914B-87DF-08E9-CE24-6EE1986B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8F0BF-87D2-C9A9-A891-D8159EC9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E34E8-ACBD-8677-4D3A-55C3662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9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2DAE5-E63B-ED1F-ECAF-F154E409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A1D73-27A7-7E69-099E-F183B75C6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53A1A-9DCF-695C-9011-6A0B267EE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B34D-70E4-42F3-B80C-AFFB83C18278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C3B9-8622-B352-296B-74DFC14FD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BD412-84B2-ACEF-E6D6-C8DF03F96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2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D572-1E62-C362-6FF6-C38D82E9B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F1E4F-B5EF-1634-7C52-4A395C843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>
                <a:latin typeface="Times New Roman"/>
              </a:rPr>
              <a:t>Lecture 4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0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780B-C080-A659-847C-D9C6A020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7EA9A-86F1-F32A-BD3A-B394CAE8C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 occurs when two or more independent variables in a regression model are highly correlated with each other.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one predictor variable can be linearly predicted from another predictor variable with a high degree of accuracy.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discussed in regression analysis, especially in models like Linear Regression and Logistic Regression.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44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66814-790B-46F2-2848-B998B3490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6" y="1135676"/>
            <a:ext cx="10503568" cy="473317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 is a statistical phenomenon where independent variables are strongly correlated, making it difficult to determine the individual effect of each variable on the dependent variable.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house price using: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size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rooms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 area in square feet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size and number of rooms may be strongly correlated, causing multicollinearity.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871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E6F8-1CC3-203F-26C6-0D53FA67B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Multicollinearity is a Problem: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47944-C9E8-8D7C-F00D-82E94B635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multicollinearity exists: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coefficients become unstable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interpretation becomes difficult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errors increase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 changes may cause large coefficient changes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48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FC21-D766-9046-0DD6-28893E1F4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Multicollinearity: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1A9D7-9FDF-254E-79B8-06B449B262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Perfect Multicollinearity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Occurs when one independent variable is an exact linear combination of another.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b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situation makes regression estimation impossible.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1A9D7-9FDF-254E-79B8-06B449B26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95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9759D-8434-C8A5-16D3-0A57ABEBB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Imperfect Multicollinearity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independent variables are highly correlated but not perfectly.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and expenditure may be highly correlated.</a:t>
            </a:r>
          </a:p>
        </p:txBody>
      </p:sp>
    </p:spTree>
    <p:extLst>
      <p:ext uri="{BB962C8B-B14F-4D97-AF65-F5344CB8AC3E}">
        <p14:creationId xmlns:p14="http://schemas.microsoft.com/office/powerpoint/2010/main" val="344464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8AB6-C9D0-C8F4-D3F8-A431A2633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Multicollinearity: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ABE80-1255-E25E-AD37-7C676818D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Visualization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Inflation Factor (VIF)</a:t>
            </a:r>
          </a:p>
          <a:p>
            <a:pPr marL="514350" indent="-514350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236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8E665-AA23-E073-7E1C-7192CF1F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Inflation Factor (VIF):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76876-70B4-29BC-F60C-CA7CB9731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method to detect multicollinearity.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B20ED-35B9-BB39-39F6-A9E047097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761" y="2529476"/>
            <a:ext cx="2162477" cy="1086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C0D8B6-219E-7CDD-742E-57BE8F98D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84" y="4319329"/>
            <a:ext cx="6125430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53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85FFEA-4D7C-C248-E6DF-96366FEAC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8" y="1261760"/>
            <a:ext cx="11745964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95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DCB4-9B1D-E19A-CCF4-B81074337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Multicollinearity: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C9EFE-8AC5-7DB4-CDBE-85429727F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 can cause: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variance of coefficients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identifying important predictors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model interpretability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 regression estimates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036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E18F4-C317-CB75-B931-6BD174783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to Handle Multicollinearity: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660B7-CA85-333A-EE00-DC73AEEC4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Highly Correlated Variables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Techniques: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such as: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reduce multicollinearity effects.</a:t>
            </a:r>
          </a:p>
          <a:p>
            <a:pPr marL="514350" indent="-514350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069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297</Words>
  <Application>Microsoft Office PowerPoint</Application>
  <PresentationFormat>Widescreen</PresentationFormat>
  <Paragraphs>50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Office Theme</vt:lpstr>
      <vt:lpstr>UNIT-3</vt:lpstr>
      <vt:lpstr>Multicollinearity:</vt:lpstr>
      <vt:lpstr>PowerPoint Presentation</vt:lpstr>
      <vt:lpstr>Why Multicollinearity is a Problem:</vt:lpstr>
      <vt:lpstr>Types of Multicollinearity:</vt:lpstr>
      <vt:lpstr>PowerPoint Presentation</vt:lpstr>
      <vt:lpstr>Detecting Multicollinearity:</vt:lpstr>
      <vt:lpstr>Variance Inflation Factor (VIF):</vt:lpstr>
      <vt:lpstr>PowerPoint Presentation</vt:lpstr>
      <vt:lpstr>Effects of Multicollinearity:</vt:lpstr>
      <vt:lpstr>Methods to Handle Multicollinearity: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Ramanjot Kaur</dc:creator>
  <cp:lastModifiedBy>Ramanjot Kaur</cp:lastModifiedBy>
  <cp:revision>137</cp:revision>
  <dcterms:created xsi:type="dcterms:W3CDTF">2026-02-03T03:25:19Z</dcterms:created>
  <dcterms:modified xsi:type="dcterms:W3CDTF">2026-02-28T09:09:43Z</dcterms:modified>
</cp:coreProperties>
</file>