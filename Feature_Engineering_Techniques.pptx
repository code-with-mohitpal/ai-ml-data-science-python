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33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 &amp;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Selection Techniques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art of creating and selecting powerful features for machine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Forward Selection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Definition: </a:t>
            </a:r>
            <a:r>
              <a:rPr lang="en-US" sz="1600" dirty="0">
                <a:solidFill>
                  <a:srgbClr val="1E293B"/>
                </a:solidFill>
              </a:rPr>
              <a:t>An iterative feature selection method that starts with no features and adds one feature at a time. Each step selects the feature that provides the maximum improvement to model performance.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How It Works: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1828800" cy="1097280"/>
          </a:xfrm>
          <a:prstGeom prst="rect">
            <a:avLst/>
          </a:prstGeom>
          <a:solidFill>
            <a:srgbClr val="F0F8F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Start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Empty 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31720" y="3291840"/>
            <a:ext cx="36576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2926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Step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6032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Add best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feature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34840" y="3291840"/>
            <a:ext cx="36576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0" y="2926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Step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6344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Add next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best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37960" y="3291840"/>
            <a:ext cx="36576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8"/>
          <p:cNvSpPr/>
          <p:nvPr/>
        </p:nvSpPr>
        <p:spPr>
          <a:xfrm>
            <a:off x="6766560" y="2926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Continue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6656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Until no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Forward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Real-Life Example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Predicting House Prices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Start: No features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Add: 'Square Footage' (best predictor)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Add: 'Location' (next best)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Add: 'Number of Bedrooms'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Stop: Adding 'Year Built' doesn't improve R²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822959"/>
            <a:ext cx="4023360" cy="4250081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752375" y="869306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mlxtend.feature_selection import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SequentialFeatureSelector as SFS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LinearRegression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load_boston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load_boston(return_X_y=True)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LinearRegression()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selection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sfs = SFS(model, k_features=5,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forward=True,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scoring='r2',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cv=5)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and transform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sfs.fit(X, 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X_selected = sfs.transform(X)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print(f"Selected: {sfs.k_feature_names_}")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606040"/>
            <a:ext cx="402336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 Benefits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3108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Simple and intuitive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Works well with small feature sets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Good for understanding feature importance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Backward Elimination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Definition: </a:t>
            </a:r>
            <a:r>
              <a:rPr lang="en-US" sz="1600" dirty="0">
                <a:solidFill>
                  <a:srgbClr val="1E293B"/>
                </a:solidFill>
              </a:rPr>
              <a:t>The opposite of forward selection. Starts with all features and iteratively removes the least significant feature at each step until removing features degrades model performance.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How It Works: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</a:rPr>
              <a:t>Start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All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{F1,...,Fn}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31720" y="3291840"/>
            <a:ext cx="365760" cy="36576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2926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</a:rPr>
              <a:t>Step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6032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Remove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worst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34840" y="3291840"/>
            <a:ext cx="365760" cy="36576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0" y="2926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</a:rPr>
              <a:t>Step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6344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Remove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next worst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37960" y="3291840"/>
            <a:ext cx="365760" cy="36576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1" name="Shape 18"/>
          <p:cNvSpPr/>
          <p:nvPr/>
        </p:nvSpPr>
        <p:spPr>
          <a:xfrm>
            <a:off x="6766560" y="2926080"/>
            <a:ext cx="1828800" cy="1097280"/>
          </a:xfrm>
          <a:prstGeom prst="rect">
            <a:avLst/>
          </a:prstGeom>
          <a:solidFill>
            <a:srgbClr val="F0F8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</a:rPr>
              <a:t>Stop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6656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Keep best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subset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Backward Elimination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Real-Life Example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Customer Churn Prediction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Start: 50 customer attributes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Remove: 'Customer ID' (no predictive power)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Remove: 'Registration Date' (redundant)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Continue removing until accuracy drops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Final: 12 most important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39640" y="739035"/>
            <a:ext cx="4436719" cy="4556969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90161" y="7086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mlxtend.feature_selection import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SequentialFeatureSelector as SFS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RandomForestClassifier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n_estimators=100, random_state=42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Backward elimination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sfs = SFS(model,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k_features=10,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forward=False,  # Backward!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scoring='accuracy',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cv=5)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sfs.fit(X_train, y_train)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selected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selected_features = sfs.k_feature_names_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X_selected = sfs.transform(X_train)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print(f"Kept {len(selected_features)}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features")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606040"/>
            <a:ext cx="4023360" cy="1691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✓ Benefits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3108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Considers feature interactions initially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Good for large feature sets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May find better subsets than forward selection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Tree-Based Feature Importance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Definition: </a:t>
            </a:r>
            <a:r>
              <a:rPr lang="en-US" sz="1600" dirty="0">
                <a:solidFill>
                  <a:srgbClr val="1E293B"/>
                </a:solidFill>
              </a:rPr>
              <a:t>Uses tree-based models (Random Forest, XGBoost, etc.) to calculate feature importance based on how much each feature decreases impurity or improves predictions across all trees.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Feature Importance Ranking: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</a:rPr>
              <a:t>Income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194560" y="3063240"/>
            <a:ext cx="192024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0" y="3017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35%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</a:rPr>
              <a:t>Age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194560" y="3383280"/>
            <a:ext cx="137160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0" y="3337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25%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</a:rPr>
              <a:t>Credit Score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194560" y="3703320"/>
            <a:ext cx="109728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338328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20%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</a:rPr>
              <a:t>Employment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194560" y="4023360"/>
            <a:ext cx="658368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2944368" y="3977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12%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</a:rPr>
              <a:t>Location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194560" y="4343400"/>
            <a:ext cx="438912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0"/>
          <p:cNvSpPr/>
          <p:nvPr/>
        </p:nvSpPr>
        <p:spPr>
          <a:xfrm>
            <a:off x="2724912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8%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Tree-Based Feature Importance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Real-Life Example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Fraud Detection System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Dataset: 100+ transaction features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Random Forest identifies: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  - Transaction amount (most important)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  - Time of day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  - Location mismatch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Select top 15 features for production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4023360" cy="43205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733585" y="8229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RandomForestClassifier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Random Forest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n_estimators=200,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max_depth=10,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feature importance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importances = model.feature_importances_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feature_imp = pd.DataFrame({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'feature': X_train.columns,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'importance': importances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}).sort_values('importance',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ascending=False)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top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top_features = feature_imp.head(15)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X_selected = X_train[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top_features['feature']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print(feature_imp)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606040"/>
            <a:ext cx="402336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 Benefits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3108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Fast and scalable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Handles non-linear relationships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Works with any tree-based model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Extraction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Definition: </a:t>
            </a:r>
            <a:r>
              <a:rPr lang="en-US" sz="1600" dirty="0">
                <a:solidFill>
                  <a:srgbClr val="1E293B"/>
                </a:solidFill>
              </a:rPr>
              <a:t>Transforms high-dimensional data into a lower-dimensional representation while preserving important information. Techniques include PCA, t-SNE, autoencoders, and more.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Popular Techniques: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PCA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Principal Component Analysis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Linear dimensionality reduction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29260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292608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329184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t-SNE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38328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t-Distributed Stochastic Neighbor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8328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Non-linear, great for visualization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29260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LDA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21792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Linear Discriminant Analysis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1792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Supervised, maximizes class separation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Extraction with PCA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Real-Life Example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Image Recognition System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Original: 784 pixel features (28×28 image)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Apply PCA: Reduce to 50 components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Retain: 95% of variance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Result: 15x faster training, similar accuracy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Use: Captures edges, shapes, patterns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822959"/>
            <a:ext cx="4023360" cy="4225029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46320" y="830789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sklearn.decomposition import PCA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StandardScaler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Standardize features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PCA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PCA(n_components=0.95)  # 95% var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X_pca = pca.fit_transform(X_scaled)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print(f"Original: {X.shape[1]} features")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print(f"After PCA: {X_pca.shape[1]}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print(f"Variance explained: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{pca.explained_variance_ratio_.sum():.2%}")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Visualize top components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plt.plot(np.cumsum(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pca.explained_variance_ratio_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plt.xlabel('Number of Components')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plt.ylabel('Cumulative Variance')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2606040"/>
            <a:ext cx="4023360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 Benefits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31089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Reduces dimensionality and noise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Speeds up training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Helps visualization of high-D data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Creating New Features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Definition: </a:t>
            </a:r>
            <a:r>
              <a:rPr lang="en-US" sz="1600" dirty="0">
                <a:solidFill>
                  <a:srgbClr val="1E293B"/>
                </a:solidFill>
              </a:rPr>
              <a:t>Feature engineering process of deriving new features from existing ones through mathematical operations, domain knowledge, and creative transformations to capture hidden patterns.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Common Feature Engineering Techniques: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Mathematical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Log transform • Square root • Polynomials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29260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8348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Interactions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8348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Multiplications • Ratios • Combinations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9776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Temporal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436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Day of week • Hour • Time since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39776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8348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Text-based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8348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Length • Word count • TF-IDF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Creating New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Real-Life Example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E-commerce Sales Prediction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Original Features: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Price, Discount%, Views, Date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New Engineered Features: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Final Price = Price × (1 - Discount)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Price per View = Price / Views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Is Weekend, Month, Season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4023360" cy="35661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780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 Implementation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4632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Mathematical transformations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df['price_log'] = np.log1p(df['price'])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df['discount_squared'] = df['discount']**2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df['final_price'] = df['price'] *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(1 - df['discount']/100)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df['price_per_view'] = df['price'] /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(df['views'] + 1)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Temporal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df['date'] = pd.to_datetime(df['date'])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df['day_of_week'] = df['date'].dt.dayofweek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df['is_weekend'] =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df['day_of_week'].isin([5, 6]).astype(int)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df['month'] = df['date'].dt.month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df['quarter'] = df['date'].dt.quarter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Categorical encoding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df['season'] = df['month'].map({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12:4, 1:4, 2:4,  # Winter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3:1, 4:1, 5:1,   # Spring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6:2, 7:2, 8:2,   # Summer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9:3, 10:3, 11:3  # Fall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697480"/>
            <a:ext cx="4023360" cy="1691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💡 Best Practices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Use domain knowledge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Test feature combinations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Handle missing values carefully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54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Aggregation Features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Definition: </a:t>
            </a:r>
            <a:r>
              <a:rPr lang="en-US" sz="1600" dirty="0">
                <a:solidFill>
                  <a:srgbClr val="1E293B"/>
                </a:solidFill>
              </a:rPr>
              <a:t>Creating features by aggregating data across groups or time windows. Common operations include sum, mean, count, min, max, standard deviation, and percentiles.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Common Aggregation Operations: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Statistical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" y="3383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Mean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3584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Median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37856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Std Dev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9867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Min/Max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91840" y="29260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91840" y="2926080"/>
            <a:ext cx="2651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329184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Count-based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429000" y="3383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Count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29000" y="3584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Unique Count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29000" y="37856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Frequency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292608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Time-based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63640" y="3383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Rolling avg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63640" y="3584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Lag features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63640" y="37856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Trends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Aggregation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Real-Life Example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Customer Lifetime Value Prediction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Customer Transaction Data: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Multiple purchases per customer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Aggregated Features per Customer: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Total spend, Avg order value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Purchase frequency, Days since last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• Product category diversity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0"/>
            <a:ext cx="4023360" cy="5011977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46320" y="-133402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by customer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agg_features = df.groupby('customer_id').agg({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'purchase_amount':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'sum',    # Total spend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'mean',   # Avg order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'count',  # Purchase frequency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'std'     # Spending variability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'product_category':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'nunique' # Category diversity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'purchase_date':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'min',    # First purchase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'max'     # Last purchase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}).reset_index()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Flatten column names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agg_features.columns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'_'.join(col).strip()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col in agg_features.columns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Time-based features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agg_features['days_since_first'] =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(pd.Timestamp.now() -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agg_features['purchase_date_min']).dt.days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agg_features['days_since_last'] =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(pd.Timestamp.now() -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agg_features['purchase_date_max']).dt.days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2697480"/>
            <a:ext cx="402336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 Use Cases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Customer behavior analysis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Time series forecasting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Fraud detection patterns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 Comparison</a:t>
            </a:r>
            <a:endParaRPr lang="en-US" sz="4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Interpretability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Forward Selection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Slow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Small datasets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Backward Elimination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Slow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Large feature sets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Tree-Based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Fast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Any size, non-linear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Feature Extraction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High-dimensional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New Features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Fast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Domain knowledge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Aggregation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Grouped/time data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&amp; 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 Simple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Begin with tree-based importance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305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Add complexity gradually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Validate improvements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3716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371600"/>
            <a:ext cx="4114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Domain Knowledge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Leverage expert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1305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Create meaningful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3865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Consider business 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4114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Avoid Overfitting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Use cross-validation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764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Monitor test performance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325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Keep features interpretable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0175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3017520"/>
            <a:ext cx="4114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Iterate &amp; Test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3520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Try multiple approaches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7764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Compare results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40325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Document what works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</a:rPr>
              <a:t>Master these techniques to build powerful, accurate machine learning models!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1864</Words>
  <Application>Microsoft Office PowerPoint</Application>
  <PresentationFormat>On-screen Show (16:9)</PresentationFormat>
  <Paragraphs>385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Engineering &amp; Selection Techniques</dc:title>
  <dc:subject>PptxGenJS Presentation</dc:subject>
  <dc:creator>Feature Engineering Guide</dc:creator>
  <cp:lastModifiedBy>Dimple Nagpal</cp:lastModifiedBy>
  <cp:revision>2</cp:revision>
  <dcterms:created xsi:type="dcterms:W3CDTF">2026-02-16T04:21:01Z</dcterms:created>
  <dcterms:modified xsi:type="dcterms:W3CDTF">2026-02-17T03:35:59Z</dcterms:modified>
</cp:coreProperties>
</file>