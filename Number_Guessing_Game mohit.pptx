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149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1B2A4A"/>
                </a:solidFill>
                <a:latin typeface="Calibri"/>
              </a:rPr>
              <a:t>Score by Winning Attempt #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  <c:pt idx="5">
                  <c:v>50</c:v>
                </c:pt>
                <c:pt idx="6">
                  <c:v>40</c:v>
                </c:pt>
                <c:pt idx="7">
                  <c:v>30</c:v>
                </c:pt>
                <c:pt idx="8">
                  <c:v>20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09-47E3-BEF3-5D66AB2370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686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6B7686"/>
                    </a:solidFill>
                    <a:latin typeface="Arial"/>
                  </a:rPr>
                  <a:t>Attempt # of correct guess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686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6B7686"/>
                    </a:solidFill>
                    <a:latin typeface="Arial"/>
                  </a:rPr>
                  <a:t>Points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19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291840" cy="3291840"/>
          </a:xfrm>
          <a:prstGeom prst="ellipse">
            <a:avLst/>
          </a:prstGeom>
          <a:solidFill>
            <a:srgbClr val="2E86AB">
              <a:alpha val="30000"/>
            </a:srgbClr>
          </a:solidFill>
          <a:ln/>
        </p:spPr>
      </p:sp>
      <p:pic>
        <p:nvPicPr>
          <p:cNvPr id="4" name="Image 0" descr="/home/claude/pptx_project/icons/gamepad_F2A5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686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8686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SWING  ·  MYSQL  ·  JDBC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Guessing Game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with Java Swing, MySQL &amp; JDBC — MVC / DAO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:-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Pal</a:t>
            </a:r>
          </a:p>
          <a:p>
            <a:pPr marL="0" indent="0"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·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database-backed desktop game where players register an account, log in, and try to guess a secret number between 1 and 100 within 10 attempts — scoring points based on how quickly they succeed.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pptx_project/icons/user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52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68833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accounts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29900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backed by MySQL, with hashed passwords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home/claude/pptx_project/icons/gamep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216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55701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guessing gameplay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8587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1–100 target, 10 attempts, real-time hints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home/claude/pptx_project/icons/troph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5902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42569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7274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awarded per game and accumulated per player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home/claude/pptx_project/icons/histor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4589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29437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game history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55961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logged and viewable, with delete support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452360" y="1234440"/>
            <a:ext cx="4114800" cy="516636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8181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818120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818120" y="2633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 (1st-try win)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818120" y="309067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7818120" y="36667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per game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818120" y="41239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1–100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7818120" y="47000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range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818120" y="515721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7818120" y="5733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 toolchain — no Maven or Gradle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pptx_project/icons/java_121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1396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24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906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runtime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116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pptx_project/icons/desktop_121D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13969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24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0906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toolkit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0" y="20116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pptx_project/icons/database_121D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1396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724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30906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pptx_project/icons/code_121D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3799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651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53309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 layer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51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6" name="Image 4" descr="/home/claude/pptx_project/icons/shield_121D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37997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651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53309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2335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29600" y="4251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1" name="Image 5" descr="/home/claude/pptx_project/icons/layers_121D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37997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9651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DAO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29600" y="53309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 with a dedicated DAO layer isolating all SQL from the GUI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3246120" cy="374904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91640"/>
            <a:ext cx="32461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746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2376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GUI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96696" y="27432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LoginFrame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96696" y="3364992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" y="33649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RegisterFrame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96696" y="3986784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986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GameFrame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6696" y="4608576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46085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HistoryFrame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68496" y="32461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471416" y="1691640"/>
            <a:ext cx="3246120" cy="374904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71416" y="1691640"/>
            <a:ext cx="3246120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471416" y="1746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71416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Data Objects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45736" y="27432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User.java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45736" y="3364992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33649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GameHistory.java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17536" y="32461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8220456" y="1691640"/>
            <a:ext cx="3246120" cy="374904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0456" y="1691640"/>
            <a:ext cx="3246120" cy="7772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0456" y="1746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0456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/ JDBC code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94776" y="27432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8494776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94776" y="3364992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8494776" y="33649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GameDAO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94776" y="3986784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8494776" y="3986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DatabaseConnection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never touches SQL directly — every database call is routed through a DAO class.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number_guessing_game  ·  2 tables linked by a foreign key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120640" cy="5029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x_project/icons/tab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91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500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0320" y="23500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(PK, AUTO_INCREMENT)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68376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60320" y="268376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 UNIQUE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560320" y="30175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VARCHAR(256) — SHA-256 hash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335127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total_score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560320" y="335127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DEFAULT 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368503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560320" y="368503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169164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1691640"/>
            <a:ext cx="5212080" cy="50292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20" name="Image 1" descr="/home/claude/pptx_project/icons/tab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80136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1691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GameHistory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583680" y="23774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history_id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458200" y="237744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(PK, AUTO_INCREMENT)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26929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458200" y="269290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(FK → Users.user_id)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83680" y="30083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secret_number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458200" y="300837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583680" y="332384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attempts_used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458200" y="332384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583680" y="3639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458200" y="363931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VARCHAR(10) — WIN / LOSE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583680" y="39547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458200" y="395478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83680" y="427024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played_at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458200" y="427024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0080" y="4983480"/>
            <a:ext cx="1092708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pic>
        <p:nvPicPr>
          <p:cNvPr id="37" name="Image 2" descr="/home/claude/pptx_project/icons/key_F2A5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85232"/>
            <a:ext cx="384048" cy="38404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463040" y="5074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game records. GameHistory.user_id references Users.user_id with ON DELETE CASCADE, so deleting an account cleans up its history automatically.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Gameplay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rules, instant feedback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72821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number between 1 and 100 is generated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0545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enters a guess (validated: non-empty, integer, in range)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8269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replies: Too High, Too Low, or Correct!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599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attempts count down from 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83717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→ score saved; Lose after 10 tries → game over, input disabled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73736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22335C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a number between 1 and 100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27432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High! Try a lower number.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0" y="4343400"/>
            <a:ext cx="3840480" cy="0"/>
          </a:xfrm>
          <a:prstGeom prst="line">
            <a:avLst/>
          </a:prstGeom>
          <a:noFill/>
          <a:ln w="12700">
            <a:solidFill>
              <a:srgbClr val="3A4B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remaining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61504" y="4892040"/>
            <a:ext cx="256032" cy="25603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27" name="Shape 25"/>
          <p:cNvSpPr/>
          <p:nvPr/>
        </p:nvSpPr>
        <p:spPr>
          <a:xfrm>
            <a:off x="7827264" y="4892040"/>
            <a:ext cx="256032" cy="25603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193024" y="4892040"/>
            <a:ext cx="256032" cy="25603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5878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Shape 28"/>
          <p:cNvSpPr/>
          <p:nvPr/>
        </p:nvSpPr>
        <p:spPr>
          <a:xfrm>
            <a:off x="892454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Shape 30"/>
          <p:cNvSpPr/>
          <p:nvPr/>
        </p:nvSpPr>
        <p:spPr>
          <a:xfrm>
            <a:off x="965606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2182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8758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53344" y="4892040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5257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left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attempts = more points. Formula: score = 110 − (attempts × 10)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0020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1B2A4A"/>
          </a:solidFill>
          <a:ln/>
        </p:spPr>
      </p:sp>
      <p:pic>
        <p:nvPicPr>
          <p:cNvPr id="6" name="Image 0" descr="/home/claude/pptx_project/icons/trophy_F2A5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8972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Rules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549640" y="266090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5"/>
          <p:cNvSpPr/>
          <p:nvPr/>
        </p:nvSpPr>
        <p:spPr>
          <a:xfrm>
            <a:off x="8778240" y="2514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1st-attempt win: 100 pts (max)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549640" y="328269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7"/>
          <p:cNvSpPr/>
          <p:nvPr/>
        </p:nvSpPr>
        <p:spPr>
          <a:xfrm>
            <a:off x="8778240" y="3136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later attempt: −10 pts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549640" y="390448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0" y="37581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10th-attempt win: 10 pts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549640" y="452628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1"/>
          <p:cNvSpPr/>
          <p:nvPr/>
        </p:nvSpPr>
        <p:spPr>
          <a:xfrm>
            <a:off x="8778240" y="43799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(0/10 remaining): 0 pts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549640" y="514807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3"/>
          <p:cNvSpPr/>
          <p:nvPr/>
        </p:nvSpPr>
        <p:spPr>
          <a:xfrm>
            <a:off x="8778240" y="5001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adds to the player's running total_score in MySQL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Swing windows covering the full user journey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2335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pptx_project/icons/user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1854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forms, validated input, JOptionPane feedback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233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pptx_project/icons/gamep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1854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299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Screen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field, live hint label, attempts counter, New Game / Exit buttons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233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/home/claude/pptx_project/icons/histor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4256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02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Screen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 of past games with refresh &amp; delete-selected controls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233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29768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/home/claude/pptx_project/icons/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42569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02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709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menu (New Game, Exit) and History menu, always accessible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Error Handling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path is checked before it reaches the database or the game logic</a:t>
            </a:r>
            <a:endParaRPr lang="en-US" sz="1300" dirty="0"/>
          </a:p>
        </p:txBody>
      </p:sp>
      <p:pic>
        <p:nvPicPr>
          <p:cNvPr id="4" name="Image 0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156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with a warning dialog before parsing</a:t>
            </a:r>
            <a:endParaRPr lang="en-US" sz="1150" dirty="0"/>
          </a:p>
        </p:txBody>
      </p:sp>
      <p:pic>
        <p:nvPicPr>
          <p:cNvPr id="7" name="Image 1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Non-integer text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5156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via NumberFormatException, friendly message shown</a:t>
            </a:r>
            <a:endParaRPr lang="en-US" sz="1150" dirty="0"/>
          </a:p>
        </p:txBody>
      </p:sp>
      <p:pic>
        <p:nvPicPr>
          <p:cNvPr id="10" name="Image 2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3075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657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guess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5156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between 1 and 100, or it's rejected</a:t>
            </a:r>
            <a:endParaRPr lang="en-US" sz="1150" dirty="0"/>
          </a:p>
        </p:txBody>
      </p:sp>
      <p:pic>
        <p:nvPicPr>
          <p:cNvPr id="13" name="Image 3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908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4617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username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5156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MySQL before registration completes</a:t>
            </a:r>
            <a:endParaRPr lang="en-US" sz="1150" dirty="0"/>
          </a:p>
        </p:txBody>
      </p:sp>
      <p:pic>
        <p:nvPicPr>
          <p:cNvPr id="16" name="Image 4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1051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7512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mismatch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67512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Confirm-password field must match on registration</a:t>
            </a:r>
            <a:endParaRPr lang="en-US" sz="1150" dirty="0"/>
          </a:p>
        </p:txBody>
      </p:sp>
      <p:pic>
        <p:nvPicPr>
          <p:cNvPr id="19" name="Image 5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706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751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67512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characters enforced</a:t>
            </a:r>
            <a:endParaRPr lang="en-US" sz="1150" dirty="0"/>
          </a:p>
        </p:txBody>
      </p:sp>
      <p:pic>
        <p:nvPicPr>
          <p:cNvPr id="22" name="Image 6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3075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75120" y="3657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failure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667512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and shown as a dialog, app never crashes</a:t>
            </a:r>
            <a:endParaRPr lang="en-US" sz="1150" dirty="0"/>
          </a:p>
        </p:txBody>
      </p:sp>
      <p:pic>
        <p:nvPicPr>
          <p:cNvPr id="25" name="Image 7" descr="/home/claude/pptx_project/icons/check_2E8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690872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75120" y="4617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Post-game state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667512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field &amp; button disabled once the game ends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action is implemented through UserDAO and GameDAO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solidFill>
            <a:srgbClr val="F2A541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4754880" cy="502920"/>
          </a:xfrm>
          <a:prstGeom prst="rect">
            <a:avLst/>
          </a:prstGeom>
          <a:solidFill>
            <a:srgbClr val="F2A541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114800" cy="502920"/>
          </a:xfrm>
          <a:prstGeom prst="rect">
            <a:avLst/>
          </a:prstGeom>
          <a:solidFill>
            <a:srgbClr val="F2A541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GameDAO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201168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331720"/>
            <a:ext cx="475488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3317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insertUser()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2331720"/>
            <a:ext cx="411480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331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saveGameHistory()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01168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475488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108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validateLogin(), getUserByUsername()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3108960"/>
            <a:ext cx="411480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108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getHistoryByUser()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201168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51760" y="3886200"/>
            <a:ext cx="475488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886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updateUserScore()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3886200"/>
            <a:ext cx="4114800" cy="777240"/>
          </a:xfrm>
          <a:prstGeom prst="rect">
            <a:avLst/>
          </a:prstGeom>
          <a:solidFill>
            <a:srgbClr val="22335C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3886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201168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634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51760" y="4663440"/>
            <a:ext cx="475488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663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4663440"/>
            <a:ext cx="4114800" cy="777240"/>
          </a:xfrm>
          <a:prstGeom prst="rect">
            <a:avLst/>
          </a:prstGeom>
          <a:solidFill>
            <a:srgbClr val="1B2A4A"/>
          </a:solidFill>
          <a:ln w="9525">
            <a:solidFill>
              <a:srgbClr val="121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4663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deleteHistory()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full-stack desktop application: Swing GUI design, JDBC-based MySQL integration, clean MVC/DAO architecture, and complete CRUD functionality — all without external build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233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pptx_project/icons/rocket_121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08152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number ranges and attempt limits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7432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2335C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2971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pptx_project/icons/chart_121D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08152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9312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across all registered players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27432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233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9944" y="2971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/home/claude/pptx_project/icons/shield_121D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308152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auth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9944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and session/remember-me support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51976" y="27432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2335C"/>
          </a:solidFill>
          <a:ln/>
        </p:spPr>
      </p:sp>
      <p:sp>
        <p:nvSpPr>
          <p:cNvPr id="21" name="Shape 16"/>
          <p:cNvSpPr/>
          <p:nvPr/>
        </p:nvSpPr>
        <p:spPr>
          <a:xfrm>
            <a:off x="9180576" y="2971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pptx_project/icons/desktop_121D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308152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0576" y="3611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80576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JavaFX for richer theming and animations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Pal  ·  github.com/code-with-mohitpal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996AC1-344D-05C0-71E4-85CCB30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40" y="0"/>
            <a:ext cx="9694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3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73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843</Words>
  <Application>Microsoft Office PowerPoint</Application>
  <PresentationFormat>Widescreen</PresentationFormat>
  <Paragraphs>196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 pal</cp:lastModifiedBy>
  <cp:revision>3</cp:revision>
  <dcterms:created xsi:type="dcterms:W3CDTF">2026-07-10T08:45:26Z</dcterms:created>
  <dcterms:modified xsi:type="dcterms:W3CDTF">2026-09-12T19:35:40Z</dcterms:modified>
</cp:coreProperties>
</file>