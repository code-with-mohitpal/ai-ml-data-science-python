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C691-B71C-B16F-740B-C6B046C73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22FCD-5E7D-96D3-71DB-C7E045370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009-43D1-D6AD-119F-A339769A7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12803-8D56-E371-B9E1-EC32FBC63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5DD64-164B-EA17-6F97-4803C741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87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E1A03-6B61-27EE-0C82-6E9C3D65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59076-7A3B-32FA-D8EF-C90333D6E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05F62-30A1-F0B4-13C7-7666FC5BE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E27E9-8FAE-20A4-C877-5573E32C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D7B3B-939B-F301-F7F0-64D21C95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67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85D3-E979-860C-2F1E-B8E11B91B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3B8D-F5BC-BD4D-9243-6F6C76B32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5DD49-B07A-01CE-7F9B-E37EFEB0D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FAD08-C2E2-3503-83F8-FC0E732BF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9EB1E-6E27-5F09-DFC2-2C31020B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016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9FB8-160D-B437-3D56-7C0B26EF9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7DA7B-1DE9-BD86-B305-F7AE2C176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776D2-CBEF-2C07-AD67-1B229468B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94306-76DC-D7DC-11AE-020277108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909CB-F9CB-8864-D91A-39064BE35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ED193-683D-E43D-0084-923945898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234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6E66-3487-9F6E-0265-9E3DD28B6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A744D-8F1B-0D69-A086-86CB04F88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24857-DE0D-D8E4-19EC-2A93D6754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A62F6-F08A-21FF-9C8A-959A63415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993D43-6362-4763-21A0-29448A935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A50AD-0F74-3D5A-A54C-C3B11E753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3A0773-0C25-C7B5-0A0B-166D76EF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CA8785-D608-7935-1F55-D1644A3AC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335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52F0-DEFA-0B9A-615C-0C9E7C504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5B510-2B5D-15F3-CBFB-C009829E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7A4D2-5E62-8FCC-416C-ECBBD1096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7B2DB-6659-DC9E-F97A-9A45B23D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74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C9B511-DDCB-FB63-2E90-BCB9D2887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9D4CF-595E-AF33-CBDD-8F8F51CD6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BD0C4-3AE9-B7C7-E9CF-426F4814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27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5E5B-C46D-9F50-D314-346905DCF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AA220-EC5D-3270-C106-1EEF08B07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DDE5B-FCCD-4F7C-36D6-39D2DFC81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48E22-179D-033C-3A2B-9B682911A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5E20D-538E-5776-1602-583BDAEE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5A090-A818-C5C2-D712-BFC1681E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44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40FA-75AB-C49C-0F20-03FF8A9D9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AEB998-334B-8EA3-E13B-167229948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F47D7-F45F-56F7-A1EF-29523CBD9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B9B6F-AD1C-4E20-36CB-3E457637C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C834D-4379-EFAE-A7CA-89993618C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29619-36FB-44B7-03A4-B71AB2B1C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95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5A9C-F4B7-A9BD-1328-E6EC865C3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A93B2-7576-03F0-613E-7DC89651E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37A46-8285-ECAC-097E-970291F1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C08FE-BC8A-790E-B4DB-4DE6FB6B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77AC5-8E25-5655-C41A-50E2851A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25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F56BF5-8187-EA56-2DE7-5FBE832857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9AB51-708E-5062-4985-A040FEA19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B914B-87DF-08E9-CE24-6EE1986B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EB34D-70E4-42F3-B80C-AFFB83C1827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8F0BF-87D2-C9A9-A891-D8159EC9F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E34E8-ACBD-8677-4D3A-55C36622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79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2DAE5-E63B-ED1F-ECAF-F154E4098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A1D73-27A7-7E69-099E-F183B75C6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53A1A-9DCF-695C-9011-6A0B267EE8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EB34D-70E4-42F3-B80C-AFFB83C1827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8C3B9-8622-B352-296B-74DFC14FD8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BD412-84B2-ACEF-E6D6-C8DF03F96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0A91-3529-4511-8071-C94B63F1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72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D572-1E62-C362-6FF6-C38D82E9B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UNIT-2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F1E4F-B5EF-1634-7C52-4A395C8436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using Matplotlib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01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5BACB-66A5-F987-2B0A-B48BACE02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Matplotlib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E105A-8ACA-6B65-14FD-DD6357C4E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is a Python library for data visualization.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creating static, animated, and interactive plots.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with NumPy and Pandas.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047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047D-325B-9F63-E68E-C8AD6B3E1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Plot: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B35B9-E7FA-08DC-1767-B46A580B5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trends over time or continuous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connected by straight lines.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time series analysis.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45C65E-41AA-9F23-9085-6A50E3FF1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930" y="2275854"/>
            <a:ext cx="548640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93E4A8-A122-6F8F-21C4-E10ACE5A9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922" y="3524072"/>
            <a:ext cx="4315427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43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09E64-EA8F-5D7D-7B45-545D5E77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F7238-2E4D-0CB6-C3A9-7558082EC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over time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growth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200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A7549-AFBE-67D8-24DA-708CC0ED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Plot: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F2D41-5A25-4FB7-BB26-D388D0CE3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compare categories.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Bars represent values.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A803CD-ED2F-5687-6DB8-6971D94C0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29618"/>
            <a:ext cx="4067743" cy="246731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0D06E091-EDF5-C87F-CA1B-560914F01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471" y="1978025"/>
            <a:ext cx="527685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1317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FD41-5091-0FDA-2E39-B05DF9ACF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450EA-76F2-3A20-3746-47A79207C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students marks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product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by city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74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F8162-C832-E520-20C6-4059A8E76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F75C2-0553-37DB-4836-BEF2F5EBA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452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histogram displays data using bars.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groups continuous data into intervals (bins).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bar shows the frequency (count) of values in that range.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simple words: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histogram shows how data is spread out.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of students → how many students scored between 0–10, 10–20, 20–30, etc.</a:t>
            </a:r>
          </a:p>
        </p:txBody>
      </p:sp>
    </p:spTree>
    <p:extLst>
      <p:ext uri="{BB962C8B-B14F-4D97-AF65-F5344CB8AC3E}">
        <p14:creationId xmlns:p14="http://schemas.microsoft.com/office/powerpoint/2010/main" val="3002103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ACAEFD-3E50-497E-D0AB-E58B122D6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19" y="1105910"/>
            <a:ext cx="6363588" cy="3334215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20563099-47E3-2FC5-2341-9F52FC174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806" y="1908106"/>
            <a:ext cx="54006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536988-3744-B2B5-A16C-9ED8132079DE}"/>
              </a:ext>
            </a:extLst>
          </p:cNvPr>
          <p:cNvSpPr txBox="1"/>
          <p:nvPr/>
        </p:nvSpPr>
        <p:spPr>
          <a:xfrm>
            <a:off x="703193" y="4678162"/>
            <a:ext cx="60976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What this does: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Bin 10–16 → 12, 15, 15 → 3 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Bin 16–21 → 18, 20, 20 → 3 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Bin 21–26 → 22, 25, 25 → 3 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Bin 26–30 → 28 → 1 student</a:t>
            </a:r>
          </a:p>
        </p:txBody>
      </p:sp>
    </p:spTree>
    <p:extLst>
      <p:ext uri="{BB962C8B-B14F-4D97-AF65-F5344CB8AC3E}">
        <p14:creationId xmlns:p14="http://schemas.microsoft.com/office/powerpoint/2010/main" val="3985715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1DC6-6282-6D0C-320A-C2071D2F6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B00E2-F1C1-4184-6C91-AD0FB79F1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distribution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scores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distribution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221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3ADE-4872-FF39-D371-A30D9C2D4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40182-E9AF-17EC-238D-E1800ED94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086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relationship between two variables.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point represents data pair.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11687C-D62C-32F5-9BBC-92F6D7A88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111" y="3514277"/>
            <a:ext cx="3258005" cy="2010056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4854AD25-C302-2E6F-E032-43790422C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044" y="2057194"/>
            <a:ext cx="53625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4495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43660-2B8D-E5FB-995C-67C2CF486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41866-B2C9-041D-AB17-C3A7F2C2C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 vs weight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time vs marks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351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99EC4-5A6B-83B6-5428-FF767326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6E7C-A32D-70D9-2CFA-81804B0C4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687" y="1497633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percentage distribution.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chart divided into slices.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A17DBC-07F0-A177-EE39-B5AB8ED72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48" y="3021495"/>
            <a:ext cx="5993288" cy="2244752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25AFE6A1-3699-FAA5-0151-E56ABA09C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0449" y="2028204"/>
            <a:ext cx="3705225" cy="39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1645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D329D-C5B2-0E08-52C0-AEFDF4ED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9F72B-D807-EB73-C45D-202753C95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share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distribution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results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84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4C12F-7B0B-7B41-80B4-682413376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Customizing Plots: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9CFDB-B10D-4761-B026-31E93B9C1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allows customization of: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Axis labels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styles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Legend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496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21219572-1B1B-4439-BAA7-E5A07EF5F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810" y="1013586"/>
            <a:ext cx="4133436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696B77-8F09-8132-20E9-8F1C8B818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54" y="2380850"/>
            <a:ext cx="7032776" cy="209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487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89266-357D-AFFE-1F8D-9D7838FC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Styles: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50583-ACA5-B771-F397-659C6AE5A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086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'r' → red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'g' → green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'b' → blue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Markers: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'o' circle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'*' star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'^' triangle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styles: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'-' solid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'--' dashed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':' dotted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039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03EE-A808-3314-E788-60A18D223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Subplots: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90142-CD69-9A96-F32A-C3FC9A5F8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display multiple plots in one figure.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compare graphs.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A6F11-8F4A-BDDB-96AE-9385243A0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15" y="3728696"/>
            <a:ext cx="4429743" cy="2448267"/>
          </a:xfrm>
          <a:prstGeom prst="rect">
            <a:avLst/>
          </a:prstGeom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C81F1AA2-C06B-6377-CE8E-03758E1F7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173" y="2349500"/>
            <a:ext cx="52959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5911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D240E-9FE2-A960-DFC8-2969586D3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Matplotlib: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BAB35-F9CA-BE73-5ED9-5B98E78D9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learn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customizable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Pandas &amp; NumPy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ML projects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community support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624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351</Words>
  <Application>Microsoft Office PowerPoint</Application>
  <PresentationFormat>Widescreen</PresentationFormat>
  <Paragraphs>81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UNIT-2</vt:lpstr>
      <vt:lpstr>Introduction to Matplotlib</vt:lpstr>
      <vt:lpstr>Line Plot:</vt:lpstr>
      <vt:lpstr>Use Cases:</vt:lpstr>
      <vt:lpstr>Bar Plot:</vt:lpstr>
      <vt:lpstr>Use Cases:</vt:lpstr>
      <vt:lpstr>Histogram:</vt:lpstr>
      <vt:lpstr>PowerPoint Presentation</vt:lpstr>
      <vt:lpstr>Use Cases:</vt:lpstr>
      <vt:lpstr>Scatter Plot:</vt:lpstr>
      <vt:lpstr>Use Cases:</vt:lpstr>
      <vt:lpstr>Pie Chart:</vt:lpstr>
      <vt:lpstr>Use Cases:</vt:lpstr>
      <vt:lpstr>Customizing Plots:</vt:lpstr>
      <vt:lpstr>PowerPoint Presentation</vt:lpstr>
      <vt:lpstr>Colors and Styles:</vt:lpstr>
      <vt:lpstr>Subplots:</vt:lpstr>
      <vt:lpstr>Advantages of Matplotlib: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Ramanjot Kaur</dc:creator>
  <cp:lastModifiedBy>Ramanjot Kaur</cp:lastModifiedBy>
  <cp:revision>60</cp:revision>
  <dcterms:created xsi:type="dcterms:W3CDTF">2026-02-03T03:25:19Z</dcterms:created>
  <dcterms:modified xsi:type="dcterms:W3CDTF">2026-02-16T06:21:31Z</dcterms:modified>
</cp:coreProperties>
</file>